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ГОТОВИМСЯ К ВОЕННО-ПОЛЕВЫМ СБОРАМ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обучающихся 10 класса и их родителей · 2026–2027 учебный год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МБОУ СШ № 2 г. Лысково · преподаватель-организатор ОБЗР Дёмин А. Ю.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учебные сборы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подготовки по основам военной службы в рамках предмета ОБЗР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дней практических занятий вне школы: 35 учебных часов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Проводятся на базе воинской части, учебного центра или оборонно-спортивного лагеря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освоить азы военной службы, научиться дисциплине, работе в команде и безопасному поведению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758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чём основаны сборы: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№ 53-ФЗ «О воинской обязанности и военной службе» (ст. 11–13), Инструкция Минобороны и Минобрнауки (приказ № 96/134), закон № 273-ФЗ «Об образовании», программа ОБЗР.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участвует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Юноши 10 класса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обязательно: сборы — часть программы ОБЗР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Девушки 10 класса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желанию: заявление родителей и медицинский допуск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классы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 3 дня, 17 часов; после согласования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Освобождение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 состоянию здоровья (медзаключение): теория и зачёты без практики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по убеждениям касается только оружия и стрельб: подаётся заявление директору до начала сборов.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 когда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2027 (ориентир); точные даты — приказом директора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2026 году — УМЦ ПФО «Гвардеец»; место на 2027 год уточняется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сборов от школы и инструкторы базы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медицинское сопровождение на весь период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Прошлые сборы: 11–16 марта 2026 года.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Программа: 35 часов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82296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1143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Огневая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4300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43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60520" y="1143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Общевоинские уставы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43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49440" y="1143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Физическая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4884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1488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71600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Строевая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14884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21488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160520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214884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14884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1488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49440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РХБЗ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15468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15468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54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371600" y="3154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Военно-медицинская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46120" y="315468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315468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3154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160520" y="3154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безопасности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3154680"/>
            <a:ext cx="260604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154680"/>
            <a:ext cx="82296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154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949440" y="3154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Вводное занятие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— Инструкция 96/134, приложения № 5 и 6. Ориентирование, инженерная подготовка и радиосвязь — по решению базы.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дней сборов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безопасность, уставы, строевая, кросс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136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24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4424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помощь, автомат: разборка и сборка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4840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тактика, защита от ОМП, караул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0779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стрельбы, наблюдатель, дисциплина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61360" y="283464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83464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3444240" y="290779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444240" y="329184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начальные стрельбы, окапывание, итоги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Вводное занятие — до сборов (1 час). Порядок тем может менять база; объём 35 часов сохраняется.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Распорядок дня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Подъём, зарядка, осмотр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42032" y="118872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18872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Завтрак, развод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18872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Занятия (4 часа)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11696" y="118872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18872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03136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Обед и отдых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9748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Занятия (3 часа)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42032" y="269748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42032" y="269748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9" name="Text 27"/>
          <p:cNvSpPr/>
          <p:nvPr/>
        </p:nvSpPr>
        <p:spPr>
          <a:xfrm>
            <a:off x="263347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633472" y="3337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Личное время, спорт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26864" y="269748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697480"/>
            <a:ext cx="1920240" cy="64008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718304" y="3337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Ужин, беседы, итоги дня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11696" y="2697480"/>
            <a:ext cx="19202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11696" y="2697480"/>
            <a:ext cx="1920240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6803136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803136" y="3337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Поверка, отбой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Образец из Инструкции; окончательный распорядок утверждает база.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 и безопасность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 команде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обращение с оружием — под руководством инструктора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Инструктаж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сборами и перед каждым видом занятий, с подписью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Запрещено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алкоголь, табак, вейпы, энергетики, ножи, зажигалки, пиротехника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Самочувствие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 себя чувствуете — сразу скажите инструктору или медработнику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дисциплины и безопасности влияет на оценку.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оценивают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2801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«Отлично»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 и огневая — «5», строевая — не ниже «4»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2801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«Хорошо»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 и огневая — не ниже «4», строевая — не ниже «3»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0233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64008" cy="12801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24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«Удовлетворительно»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более одного раздела на «2»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0233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51760"/>
            <a:ext cx="64008" cy="12801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24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«Неудовлетворительно»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и более раздела на «2» или неудовлетворительное поведение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идёт в журнал с пометкой «Учебные сборы». Неявка без уважительной причины — «неудовлетворительно».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Документы: что подготовить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родителей на участие, выезд и обработку персональных данных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справка (форма № 086-У) — требование школы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Полис ОМС (оригинал или копия)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или свидетельство о рождении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девушек — заявление родителей об участии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 от несчастных случаев оформляет школа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Сведения о здоровье — только руководителю и медработнику.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с собой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Одежда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тёплая непромокаемая куртка, 2 комплекта спортивной одежды, термобельё, шапка, перчатки, 5 пар носков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4173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Обувь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прочная разношенная для улицы, сменная для помещений, кроссовки для кросса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гигиена, пластыри, фляга, тетрадь и ручка, рюкзак 30–50 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0233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88920"/>
            <a:ext cx="64008" cy="14173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брать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46120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ценные вещи, алкоголь, вейпы, ножи, зажигалки, скоропортящиеся продукты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вещи подпишите. Полный список — на странице «Сборы» сайта.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проходили прошлые сборы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2011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60604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чел.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балл 4,5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2011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80160"/>
            <a:ext cx="260604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чел.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балл 4,7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06040" cy="2011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280160"/>
            <a:ext cx="260604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чел.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балл 4,7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11–16 марта 2026 года — пять дней в «Гвардейце»; итоги — в новости на сайте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публикуются в обезличенном виде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подготовиться заранее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Октябрь–ноябрь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информирование родителей, проверка физической подготовки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родительское собрание, заявления, справки, согласия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Февраль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приказ директора, инструктаж, списки вещей, страхование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сборы; затем оценки, отчёт и обратная связь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Начните физическую подготовку заранее: бег, подтягивания, зарядка.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контакты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Учебные сборы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— на странице «Сборы» сайта: Положение, График, Список вещей, Медицинские требования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— классному руководителю и руководителю сборов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Родительское собрание — в январе 2027 года (дата объявляется дополнительно)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Готовимся вместе. Спасибо за внимание!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2026-10-27T20:54:35Z</dcterms:created>
  <dcterms:modified xsi:type="dcterms:W3CDTF">2026-10-27T20:54:35Z</dcterms:modified>
</cp:coreProperties>
</file>