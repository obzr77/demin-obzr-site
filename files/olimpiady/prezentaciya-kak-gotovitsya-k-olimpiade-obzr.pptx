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D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566160"/>
            <a:ext cx="9144000" cy="7315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ГОТОВИТЬСЯ К ОЛИМПИАДЕ ПО ОБЗР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CE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Всероссийская олимпиада школьников · 2026–2027 учебный год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Презентация для участников и родителей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931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МБОУ СШ № 2 г. Лысково · преподаватель-организатор ОБЗР Дёмин А. Ю.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такое олимпиада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Олимпиада по ОБЗР · 2026–2027 · МБОУ СШ № 2 г. Лысково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Всероссийская олимпиада школьников (ВсОШ) — ежегодное состязание по предметам, в том числе по ОБЗР</a:t>
            </a:r>
            <a:endParaRPr lang="en-US" sz="19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Четыре этапа: школьный, муниципальный, региональный, заключительный</a:t>
            </a:r>
            <a:endParaRPr lang="en-US" sz="19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Участие добровольное и индивидуальное</a:t>
            </a:r>
            <a:endParaRPr lang="en-US" sz="19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Проверяет знания и умения: безопасность, первая помощь, ЧС, выживание, военная подготовка</a:t>
            </a:r>
            <a:endParaRPr lang="en-US" sz="19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Можно выполнять задания своего или более старшего класса</a:t>
            </a:r>
            <a:endParaRPr lang="en-US" sz="19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Порядок проведения — приказ Минпросвещения № 678 (ред. от 18.08.2025)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Этапы и сроки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Олимпиада по ОБЗР · 2026–2027 · МБОУ СШ № 2 г. Лысково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1965960" cy="18288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371600"/>
            <a:ext cx="1965960" cy="18288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Школьный</a:t>
            </a:r>
            <a:endParaRPr lang="en-US" sz="16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5–11 классы</a:t>
            </a:r>
            <a:endParaRPr lang="en-US" sz="16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1 ноября</a:t>
            </a:r>
            <a:endParaRPr lang="en-US" sz="16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(у нас 12.10.2026)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514600" y="1371600"/>
            <a:ext cx="1965960" cy="182880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10" name="Text 8"/>
          <p:cNvSpPr/>
          <p:nvPr/>
        </p:nvSpPr>
        <p:spPr>
          <a:xfrm>
            <a:off x="2514600" y="1371600"/>
            <a:ext cx="1965960" cy="18288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Муниципальный</a:t>
            </a:r>
            <a:endParaRPr lang="en-US" sz="16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7–11 классы</a:t>
            </a:r>
            <a:endParaRPr lang="en-US" sz="16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25 декабря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663440" y="1371600"/>
            <a:ext cx="1965960" cy="182880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371600"/>
            <a:ext cx="1965960" cy="18288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Региональный</a:t>
            </a:r>
            <a:endParaRPr lang="en-US" sz="16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9–11 классы</a:t>
            </a:r>
            <a:endParaRPr lang="en-US" sz="16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1 марта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812280" y="1371600"/>
            <a:ext cx="1965960" cy="182880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14" name="Text 12"/>
          <p:cNvSpPr/>
          <p:nvPr/>
        </p:nvSpPr>
        <p:spPr>
          <a:xfrm>
            <a:off x="6812280" y="1371600"/>
            <a:ext cx="1965960" cy="18288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Заключительный</a:t>
            </a:r>
            <a:endParaRPr lang="en-US" sz="16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9–11 классы</a:t>
            </a:r>
            <a:endParaRPr lang="en-US" sz="16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итоги до 30 июня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347472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следующий этап проходят по баллам, которые устанавливает организатор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Победители и призёры определяются по рейтингу в пределах квоты организатора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Два тура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Олимпиада по ОБЗР · 2026–2027 · МБОУ СШ № 2 г. Лысково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23360" cy="137160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88720"/>
            <a:ext cx="64008" cy="137160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618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Школьный этап: теория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1645920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менее 3 вопросов и 15 тестов закрытого типа; до 45 минут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4023360" cy="137160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188720"/>
            <a:ext cx="64008" cy="137160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2618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Школьный этап: практика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46320" y="1645920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3–5 заданий; до 15 минут на участника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4023360" cy="137160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743200"/>
            <a:ext cx="64008" cy="137160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8163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Муниципальный этап: теория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3200400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менее 5 вопросов и 20 тестов; до 90 минут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4023360" cy="137160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2743200"/>
            <a:ext cx="64008" cy="137160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8163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Муниципальный этап: практика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46320" y="3200400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4–6 заданий; до 20 минут на участника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Туры проводят в разные дни. Практика для 5–6 классов может не проводиться.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считаются баллы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Олимпиада по ОБЗР · 2026–2027 · МБОУ СШ № 2 г. Лысково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каждое задание — целое число баллов, минус нет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 = сумма баллов двух туров, приведённая к 100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Формула: 100 ÷ (сумма максимумов) × (сумма набранных баллов)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Практика весит примерно как теория: готовьтесь к обоим турам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8229600" cy="141732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00400"/>
            <a:ext cx="7863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Пример. </a:t>
            </a:r>
            <a:pPr indent="0" marL="0">
              <a:buNone/>
            </a:pPr>
            <a:r>
              <a:rPr lang="en-US" sz="1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Максимум за тур — 150. Теория — 122, практика — 143,3. Итог: 100 ÷ 300 × 265,3 ≈ 88,43 балла.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Теория: как учить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Олимпиада по ОБЗР · 2026–2027 · МБОУ СШ № 2 г. Лысково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Опорные конспекты: таблицы, схемы, списки, классификации</a:t>
            </a:r>
            <a:endParaRPr lang="en-US" sz="19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Законы — на примерах: «Какой закон… и что он требует?»</a:t>
            </a:r>
            <a:endParaRPr lang="en-US" sz="19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Карточки для терминов; повторение через день, неделю, месяц</a:t>
            </a:r>
            <a:endParaRPr lang="en-US" sz="19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Задания прошлых лет — на время, по разделам</a:t>
            </a:r>
            <a:endParaRPr lang="en-US" sz="19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Ищите «ловушки»: «не», «всегда», «только»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Тесты и ситуационные задачи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Олимпиада по ОБЗР · 2026–2027 · МБОУ СШ № 2 г. Лысково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Тест: прочитайте до конца, отсейте неверные варианты, сомнительные оставьте на конец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Время: около минуты на тест; на развёрнутый вопрос — 8–15 минут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 ответа на кейс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743200"/>
            <a:ext cx="1554480" cy="155448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743200"/>
            <a:ext cx="1554480" cy="64008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8346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" y="324612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Какая опасность и кто под угрозой?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057400" y="2743200"/>
            <a:ext cx="1554480" cy="155448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57400" y="2743200"/>
            <a:ext cx="1554480" cy="64008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5" name="Text 13"/>
          <p:cNvSpPr/>
          <p:nvPr/>
        </p:nvSpPr>
        <p:spPr>
          <a:xfrm>
            <a:off x="2148840" y="28346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148840" y="324612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делать в первую очередь?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749040" y="2743200"/>
            <a:ext cx="1554480" cy="155448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49040" y="2743200"/>
            <a:ext cx="1554480" cy="64008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0" y="28346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840480" y="324612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делать дальше?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40680" y="2743200"/>
            <a:ext cx="1554480" cy="155448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40680" y="2743200"/>
            <a:ext cx="1554480" cy="64008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3" name="Text 21"/>
          <p:cNvSpPr/>
          <p:nvPr/>
        </p:nvSpPr>
        <p:spPr>
          <a:xfrm>
            <a:off x="5532120" y="28346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532120" y="324612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Чего делать нельзя?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132320" y="2743200"/>
            <a:ext cx="1554480" cy="155448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32320" y="2743200"/>
            <a:ext cx="1554480" cy="64008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7" name="Text 25"/>
          <p:cNvSpPr/>
          <p:nvPr/>
        </p:nvSpPr>
        <p:spPr>
          <a:xfrm>
            <a:off x="7223760" y="28346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223760" y="324612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Какая норма лежит в основе?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Практический тур: что проверяют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Олимпиада по ОБЗР · 2026–2027 · МБОУ СШ № 2 г. Лысково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23360" cy="137160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88720"/>
            <a:ext cx="64008" cy="137160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618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Первая помощь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1645920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сознание и дыхание, СЛР 30 : 2, кровотечение, инородное тело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4023360" cy="137160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188720"/>
            <a:ext cx="64008" cy="137160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2618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Выживание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46320" y="1645920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ориентирование, азимут, верёвки и препятствия, сигналы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4023360" cy="137160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743200"/>
            <a:ext cx="64008" cy="137160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8163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Быт и ЧС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3200400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огнетушитель, ГП-7, ОЗК, Л-1, эвакуация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4023360" cy="137160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2743200"/>
            <a:ext cx="64008" cy="137160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8163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Военная подготовка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46320" y="3200400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макет АК: разборка и сборка, магазин, строевые приёмы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Перечень заданий определяет организатор этапа.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Первая помощь: порядок действий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Олимпиада по ОБЗР · 2026–2027 · МБОУ СШ № 2 г. Лысково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188720"/>
            <a:ext cx="502920" cy="502920"/>
          </a:xfrm>
          <a:prstGeom prst="ellipse">
            <a:avLst/>
          </a:prstGeom>
          <a:solidFill>
            <a:srgbClr val="003D7A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11887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Оцените безопасность места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2920" y="1883664"/>
            <a:ext cx="502920" cy="502920"/>
          </a:xfrm>
          <a:prstGeom prst="ellipse">
            <a:avLst/>
          </a:prstGeom>
          <a:solidFill>
            <a:srgbClr val="003D7A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8836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188366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Проверьте сознание и дыхание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02920" y="2578608"/>
            <a:ext cx="502920" cy="502920"/>
          </a:xfrm>
          <a:prstGeom prst="ellipse">
            <a:avLst/>
          </a:prstGeom>
          <a:solidFill>
            <a:srgbClr val="003D7A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578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257860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Вызовите помощь (112)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02920" y="3273552"/>
            <a:ext cx="502920" cy="502920"/>
          </a:xfrm>
          <a:prstGeom prst="ellipse">
            <a:avLst/>
          </a:prstGeom>
          <a:solidFill>
            <a:srgbClr val="003D7A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273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327355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Окажите помощь: СЛР, жгут, повязка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02920" y="3968496"/>
            <a:ext cx="502920" cy="502920"/>
          </a:xfrm>
          <a:prstGeom prst="ellipse">
            <a:avLst/>
          </a:prstGeom>
          <a:solidFill>
            <a:srgbClr val="003D7A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9684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88720" y="3968496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Следите за состоянием до приезда скорой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Безопасность и форма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Олимпиада по ОБЗР · 2026–2027 · МБОУ СШ № 2 г. Лысково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23360" cy="137160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88720"/>
            <a:ext cx="64008" cy="13716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618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Допуск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1645920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медицинское заключение; инструктаж перед туром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4023360" cy="137160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188720"/>
            <a:ext cx="64008" cy="13716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2618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46320" y="1645920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спортивная, закрывает локти и колени; обувь без металлических шипов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4023360" cy="137160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743200"/>
            <a:ext cx="64008" cy="13716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8163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Оружие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3200400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только учебные макеты, строго по команде жюри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4023360" cy="137160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2743200"/>
            <a:ext cx="64008" cy="13716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8163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Нарушение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46320" y="3200400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удаление с тура; по решению жюри за тур 0 баллов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подготовки на год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Олимпиада по ОБЗР · 2026–2027 · МБОУ СШ № 2 г. Лысково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23360" cy="137160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88720"/>
            <a:ext cx="64008" cy="137160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618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Сентябрь–октябрь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1645920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входной тест, базовые разделы, школьный этап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4023360" cy="137160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188720"/>
            <a:ext cx="64008" cy="137160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2618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Ноябрь–декабрь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46320" y="1645920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муниципальный этап: теория, ГО и ЧС, СИЗ, пробные туры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4023360" cy="137160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743200"/>
            <a:ext cx="64008" cy="137160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8163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Январь–февраль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3200400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региональный этап (9–11 классы): практика и сложные кейсы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4023360" cy="137160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2743200"/>
            <a:ext cx="64008" cy="137160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8163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Март–май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46320" y="3200400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закрепление, ошибки, портфолио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день олимпиады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Олимпиада по ОБЗР · 2026–2027 · МБОУ СШ № 2 г. Лысково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23360" cy="137160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88720"/>
            <a:ext cx="64008" cy="137160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618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Взять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1645920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воду, ручку, спортивную форму и сменную обувь, документы и справку, если просили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4023360" cy="137160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188720"/>
            <a:ext cx="64008" cy="137160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2618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Нельзя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46320" y="1645920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телефон и «умные» часы, шпаргалки, справочники; выносить задания; помогать другим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4023360" cy="137160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743200"/>
            <a:ext cx="64008" cy="137160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8163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Настрой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3200400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завтрак, спокойный темп; при волнении — вдох на 4, выдох на 6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4023360" cy="137160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2743200"/>
            <a:ext cx="64008" cy="137160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8163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Ошибка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46320" y="3200400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повод сдаваться — переходите к следующему заданию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тренироваться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Олимпиада по ОБЗР · 2026–2027 · МБОУ СШ № 2 г. Лысково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8046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Кружок «Школа олимпийского резерва по ОБЗР»: понедельник и среда, 15.40–16.20, кабинет № 210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Пробные туры — по субботам, за 2–3 недели до этапа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Документы на странице «Олимпиады» сайта: Положение, Методические рекомендации, Программа, Расписание, Пробный тур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Результаты и достижения — в портфолио участника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Успех — это регулярность. Удачи!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2026-10-27T20:21:16Z</dcterms:created>
  <dcterms:modified xsi:type="dcterms:W3CDTF">2026-10-27T20:21:16Z</dcterms:modified>
</cp:coreProperties>
</file>