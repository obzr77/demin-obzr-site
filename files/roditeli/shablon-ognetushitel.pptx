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Шаблон можно открыть в PowerPoint или загрузить в Canva (Создать дизайн → Импорт файла). Замените тексты на свои и добавьте фото своего огнетушителя.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 и массу заряда выбирайте по паспорту изделия.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Порядок для порошкового огнетушителя по материалам МЧС России. Для углекислотного: расстояние 2–3 м, раструб не держать руками.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спасаем людей и вызываем 101 или 112, потом, если очаг небольшой и есть выход за спиной, тушим.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Использованный огнетушитель или огнетушитель со сорванной пломбой сразу отправляют на перезарядку.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можно вставить фото огнетушителя и записать данные из паспорта.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 безопасности и защиты Родины · Семья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пользоваться огнетушителем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Короткая инструкция для семьи: типы, порядок, когда нельзя тушить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Шаблон: замените текст и цвета на свои · demin-obzr.ru</a:t>
            </a:r>
            <a:endParaRPr lang="en-US" sz="1200" dirty="0"/>
          </a:p>
        </p:txBody>
      </p:sp>
      <p:sp>
        <p:nvSpPr>
          <p:cNvPr id="6" name="title-icon-bg"/>
          <p:cNvSpPr/>
          <p:nvPr/>
        </p:nvSpPr>
        <p:spPr>
          <a:xfrm>
            <a:off x="6309360" y="1325880"/>
            <a:ext cx="2286000" cy="22860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7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9202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Какие бывают огнетушители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Инструкция по использованию огнетушителя · demin-obzr.ru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457200" y="128016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6" name="accent"/>
          <p:cNvSpPr/>
          <p:nvPr/>
        </p:nvSpPr>
        <p:spPr>
          <a:xfrm>
            <a:off x="640080" y="1463040"/>
            <a:ext cx="822960" cy="73152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Порошковый (ОП)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Твёрдые материалы, горючие жидкости, электрооборудование на безопасном расстоянии. После тушения проветрить.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246120" y="128016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0" name="accent"/>
          <p:cNvSpPr/>
          <p:nvPr/>
        </p:nvSpPr>
        <p:spPr>
          <a:xfrm>
            <a:off x="3429000" y="1463040"/>
            <a:ext cx="822960" cy="73152"/>
          </a:xfrm>
          <a:prstGeom prst="rect">
            <a:avLst/>
          </a:prstGeom>
          <a:solidFill>
            <a:srgbClr val="E8890C"/>
          </a:solidFill>
          <a:ln w="12700">
            <a:solidFill>
              <a:srgbClr val="E889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Углекислотный (ОУ)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945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Горючие жидкости и электрооборудование. Не браться за раструб — обморожение.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128016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4" name="accent"/>
          <p:cNvSpPr/>
          <p:nvPr/>
        </p:nvSpPr>
        <p:spPr>
          <a:xfrm>
            <a:off x="6217920" y="1463040"/>
            <a:ext cx="822960" cy="73152"/>
          </a:xfrm>
          <a:prstGeom prst="rect">
            <a:avLst/>
          </a:prstGeom>
          <a:solidFill>
            <a:srgbClr val="2E9E4F"/>
          </a:solidFill>
          <a:ln w="12700">
            <a:solidFill>
              <a:srgbClr val="2E9E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Водный и пенный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1945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Дерево, бумага, ткань. Нельзя на электрооборудование под напряжением.</a:t>
            </a:r>
            <a:endParaRPr lang="en-US" sz="1400" dirty="0"/>
          </a:p>
        </p:txBody>
      </p:sp>
      <p:sp>
        <p:nvSpPr>
          <p:cNvPr id="17" name="band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квартиры чаще всего берут небольшой порошковый огнетушитель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применения: 6 шагов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Инструкция по использованию огнетушителя · demin-obzr.ru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457200" y="12801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6" name="num-bg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Прочитай инструкцию на корпусе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3246120" y="12801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0" name="num-bg"/>
          <p:cNvSpPr/>
          <p:nvPr/>
        </p:nvSpPr>
        <p:spPr>
          <a:xfrm>
            <a:off x="3383280" y="1417320"/>
            <a:ext cx="457200" cy="4572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Подойди на безопасное расстояние (струя ~3 м)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035040" y="12801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4" name="num-bg"/>
          <p:cNvSpPr/>
          <p:nvPr/>
        </p:nvSpPr>
        <p:spPr>
          <a:xfrm>
            <a:off x="6172200" y="1417320"/>
            <a:ext cx="457200" cy="4572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Сорви пломбу и выдерни чеку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457200" y="26974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8" name="num-bg"/>
          <p:cNvSpPr/>
          <p:nvPr/>
        </p:nvSpPr>
        <p:spPr>
          <a:xfrm>
            <a:off x="594360" y="2834640"/>
            <a:ext cx="457200" cy="4572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Направь насадку на очаг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3246120" y="26974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22" name="num-bg"/>
          <p:cNvSpPr/>
          <p:nvPr/>
        </p:nvSpPr>
        <p:spPr>
          <a:xfrm>
            <a:off x="3383280" y="2834640"/>
            <a:ext cx="457200" cy="4572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832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 на рычаг, держи вертикально</a:t>
            </a:r>
            <a:endParaRPr lang="en-US" sz="1500" dirty="0"/>
          </a:p>
        </p:txBody>
      </p:sp>
      <p:sp>
        <p:nvSpPr>
          <p:cNvPr id="25" name="card"/>
          <p:cNvSpPr/>
          <p:nvPr/>
        </p:nvSpPr>
        <p:spPr>
          <a:xfrm>
            <a:off x="6035040" y="26974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26" name="num-bg"/>
          <p:cNvSpPr/>
          <p:nvPr/>
        </p:nvSpPr>
        <p:spPr>
          <a:xfrm>
            <a:off x="6172200" y="2834640"/>
            <a:ext cx="457200" cy="4572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2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Туши, пока идёт заряд; потом проветри</a:t>
            </a:r>
            <a:endParaRPr lang="en-US" sz="1500" dirty="0"/>
          </a:p>
        </p:txBody>
      </p:sp>
      <p:sp>
        <p:nvSpPr>
          <p:cNvPr id="29" name="band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Огонь растёт или много дыма — не тушить, выходить и звонить 112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тушить нельзя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Инструкция по использованию огнетушителя · demin-obzr.ru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6" name="no-1-bg"/>
          <p:cNvSpPr/>
          <p:nvPr/>
        </p:nvSpPr>
        <p:spPr>
          <a:xfrm>
            <a:off x="594360" y="1362456"/>
            <a:ext cx="493776" cy="493776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7" name="no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742" y="1490838"/>
            <a:ext cx="237012" cy="2370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28016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Огонь быстро растёт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663440" y="123444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0" name="no-2-bg"/>
          <p:cNvSpPr/>
          <p:nvPr/>
        </p:nvSpPr>
        <p:spPr>
          <a:xfrm>
            <a:off x="4800600" y="1362456"/>
            <a:ext cx="493776" cy="493776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11" name="no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982" y="1490838"/>
            <a:ext cx="237012" cy="2370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28016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Помещение заполняется дымом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457200" y="210312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4" name="no-3-bg"/>
          <p:cNvSpPr/>
          <p:nvPr/>
        </p:nvSpPr>
        <p:spPr>
          <a:xfrm>
            <a:off x="594360" y="2231136"/>
            <a:ext cx="493776" cy="493776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15" name="no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42" y="2359518"/>
            <a:ext cx="237012" cy="2370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214884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за очагом пожара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4663440" y="210312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8" name="no-4-bg"/>
          <p:cNvSpPr/>
          <p:nvPr/>
        </p:nvSpPr>
        <p:spPr>
          <a:xfrm>
            <a:off x="4800600" y="2231136"/>
            <a:ext cx="493776" cy="493776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19" name="no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982" y="2359518"/>
            <a:ext cx="237012" cy="2370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40680" y="214884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Огнетушитель неисправен или не подходит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457200" y="297180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22" name="no-5-bg"/>
          <p:cNvSpPr/>
          <p:nvPr/>
        </p:nvSpPr>
        <p:spPr>
          <a:xfrm>
            <a:off x="594360" y="3099816"/>
            <a:ext cx="493776" cy="493776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23" name="no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742" y="3228198"/>
            <a:ext cx="237012" cy="2370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34440" y="301752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Рядом газовый баллон или взрывоопасные вещества</a:t>
            </a:r>
            <a:endParaRPr lang="en-US" sz="1500" dirty="0"/>
          </a:p>
        </p:txBody>
      </p:sp>
      <p:sp>
        <p:nvSpPr>
          <p:cNvPr id="25" name="card"/>
          <p:cNvSpPr/>
          <p:nvPr/>
        </p:nvSpPr>
        <p:spPr>
          <a:xfrm>
            <a:off x="4663440" y="297180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26" name="no-6-bg"/>
          <p:cNvSpPr/>
          <p:nvPr/>
        </p:nvSpPr>
        <p:spPr>
          <a:xfrm>
            <a:off x="4800600" y="3099816"/>
            <a:ext cx="493776" cy="493776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27" name="no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982" y="3228198"/>
            <a:ext cx="237012" cy="23701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440680" y="301752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квартире остались люди — спасай людей</a:t>
            </a:r>
            <a:endParaRPr lang="en-US" sz="1500" dirty="0"/>
          </a:p>
        </p:txBody>
      </p:sp>
      <p:sp>
        <p:nvSpPr>
          <p:cNvPr id="29" name="band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— люди. Вещи можно купить снова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раз в месяц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Инструкция по использованию огнетушителя · demin-obzr.ru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box-1"/>
          <p:cNvSpPr/>
          <p:nvPr/>
        </p:nvSpPr>
        <p:spPr>
          <a:xfrm>
            <a:off x="640080" y="124358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188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Пломба и чека на месте</a:t>
            </a:r>
            <a:endParaRPr lang="en-US" sz="1700" dirty="0"/>
          </a:p>
        </p:txBody>
      </p:sp>
      <p:sp>
        <p:nvSpPr>
          <p:cNvPr id="7" name="box-2"/>
          <p:cNvSpPr/>
          <p:nvPr/>
        </p:nvSpPr>
        <p:spPr>
          <a:xfrm>
            <a:off x="640080" y="170078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6459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 без вмятин и ржавчины</a:t>
            </a:r>
            <a:endParaRPr lang="en-US" sz="1700" dirty="0"/>
          </a:p>
        </p:txBody>
      </p:sp>
      <p:sp>
        <p:nvSpPr>
          <p:cNvPr id="9" name="box-3"/>
          <p:cNvSpPr/>
          <p:nvPr/>
        </p:nvSpPr>
        <p:spPr>
          <a:xfrm>
            <a:off x="640080" y="215798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1031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Шланг и насадка без трещин</a:t>
            </a:r>
            <a:endParaRPr lang="en-US" sz="1700" dirty="0"/>
          </a:p>
        </p:txBody>
      </p:sp>
      <p:sp>
        <p:nvSpPr>
          <p:cNvPr id="11" name="box-4"/>
          <p:cNvSpPr/>
          <p:nvPr/>
        </p:nvSpPr>
        <p:spPr>
          <a:xfrm>
            <a:off x="640080" y="261518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5603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Манометр (если есть) в зелёном секторе</a:t>
            </a:r>
            <a:endParaRPr lang="en-US" sz="1700" dirty="0"/>
          </a:p>
        </p:txBody>
      </p:sp>
      <p:sp>
        <p:nvSpPr>
          <p:cNvPr id="13" name="box-5"/>
          <p:cNvSpPr/>
          <p:nvPr/>
        </p:nvSpPr>
        <p:spPr>
          <a:xfrm>
            <a:off x="640080" y="307238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0175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перезарядки по паспорту не истёк</a:t>
            </a:r>
            <a:endParaRPr lang="en-US" sz="1700" dirty="0"/>
          </a:p>
        </p:txBody>
      </p:sp>
      <p:sp>
        <p:nvSpPr>
          <p:cNvPr id="15" name="box-6"/>
          <p:cNvSpPr/>
          <p:nvPr/>
        </p:nvSpPr>
        <p:spPr>
          <a:xfrm>
            <a:off x="640080" y="352958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3474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Огнетушитель на виду, не у плиты и батареи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Наша семейная инструкция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Инструкция по использованию огнетушителя · demin-obzr.ru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стоит огнетушитель</a:t>
            </a:r>
            <a:endParaRPr lang="en-US" sz="1600" dirty="0"/>
          </a:p>
        </p:txBody>
      </p:sp>
      <p:sp>
        <p:nvSpPr>
          <p:cNvPr id="6" name="line-1"/>
          <p:cNvSpPr/>
          <p:nvPr/>
        </p:nvSpPr>
        <p:spPr>
          <a:xfrm>
            <a:off x="4114800" y="1691640"/>
            <a:ext cx="4572000" cy="0"/>
          </a:xfrm>
          <a:prstGeom prst="line">
            <a:avLst/>
          </a:prstGeom>
          <a:noFill/>
          <a:ln w="15875">
            <a:solidFill>
              <a:srgbClr val="003D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Какого он типа и массы</a:t>
            </a:r>
            <a:endParaRPr lang="en-US" sz="1600" dirty="0"/>
          </a:p>
        </p:txBody>
      </p:sp>
      <p:sp>
        <p:nvSpPr>
          <p:cNvPr id="8" name="line-2"/>
          <p:cNvSpPr/>
          <p:nvPr/>
        </p:nvSpPr>
        <p:spPr>
          <a:xfrm>
            <a:off x="4114800" y="2286000"/>
            <a:ext cx="4572000" cy="0"/>
          </a:xfrm>
          <a:prstGeom prst="line">
            <a:avLst/>
          </a:prstGeom>
          <a:noFill/>
          <a:ln w="15875">
            <a:solidFill>
              <a:srgbClr val="003D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23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следующей проверки</a:t>
            </a:r>
            <a:endParaRPr lang="en-US" sz="1600" dirty="0"/>
          </a:p>
        </p:txBody>
      </p:sp>
      <p:sp>
        <p:nvSpPr>
          <p:cNvPr id="10" name="line-3"/>
          <p:cNvSpPr/>
          <p:nvPr/>
        </p:nvSpPr>
        <p:spPr>
          <a:xfrm>
            <a:off x="4114800" y="2880360"/>
            <a:ext cx="4572000" cy="0"/>
          </a:xfrm>
          <a:prstGeom prst="line">
            <a:avLst/>
          </a:prstGeom>
          <a:noFill/>
          <a:ln w="15875">
            <a:solidFill>
              <a:srgbClr val="003D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из взрослых отвечает за огнетушитель</a:t>
            </a:r>
            <a:endParaRPr lang="en-US" sz="1600" dirty="0"/>
          </a:p>
        </p:txBody>
      </p:sp>
      <p:sp>
        <p:nvSpPr>
          <p:cNvPr id="12" name="line-4"/>
          <p:cNvSpPr/>
          <p:nvPr/>
        </p:nvSpPr>
        <p:spPr>
          <a:xfrm>
            <a:off x="4114800" y="3474720"/>
            <a:ext cx="4572000" cy="0"/>
          </a:xfrm>
          <a:prstGeom prst="line">
            <a:avLst/>
          </a:prstGeom>
          <a:noFill/>
          <a:ln w="15875">
            <a:solidFill>
              <a:srgbClr val="003D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11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Телефоны: 112 · 101 · наши</a:t>
            </a:r>
            <a:endParaRPr lang="en-US" sz="1600" dirty="0"/>
          </a:p>
        </p:txBody>
      </p:sp>
      <p:sp>
        <p:nvSpPr>
          <p:cNvPr id="14" name="line-5"/>
          <p:cNvSpPr/>
          <p:nvPr/>
        </p:nvSpPr>
        <p:spPr>
          <a:xfrm>
            <a:off x="4114800" y="4069080"/>
            <a:ext cx="4572000" cy="0"/>
          </a:xfrm>
          <a:prstGeom prst="line">
            <a:avLst/>
          </a:prstGeom>
          <a:noFill/>
          <a:ln w="15875">
            <a:solidFill>
              <a:srgbClr val="003D7A"/>
            </a:solidFill>
            <a:prstDash val="solid"/>
          </a:ln>
        </p:spPr>
      </p:sp>
      <p:sp>
        <p:nvSpPr>
          <p:cNvPr id="15" name="band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Заполните вместе с семьёй и распечатайте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Шаблон: инструкция по использованию огнетушителя</dc:title>
  <dc:subject>PptxGenJS Presentation</dc:subject>
  <dc:creator>Дёмин А.Ю.</dc:creator>
  <cp:lastModifiedBy>Дёмин А.Ю.</cp:lastModifiedBy>
  <cp:revision>1</cp:revision>
  <dcterms:created xsi:type="dcterms:W3CDTF">2026-10-30T15:32:29Z</dcterms:created>
  <dcterms:modified xsi:type="dcterms:W3CDTF">2026-10-30T15:32:29Z</dcterms:modified>
</cp:coreProperties>
</file>