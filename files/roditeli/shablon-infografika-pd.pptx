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Шаблон можно открыть в PowerPoint или загрузить в Canva (Создать дизайн → Импорт файла). Замените тексты на свои.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Правило проверки: готов ли ты показать это на доске объявлений во дворе?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ВКонтакте: «Настройки → Приватность». Telegram: «Настройки → Конфиденциальность».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Если данные ушли: смени пароль, выйди из аккаунта на всех устройствах, сообщи в банк и взрослым.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D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Основы безопасности и защиты Родины · Цифровая среда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5303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Мои данные — мои правила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175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можно и нельзя публиковать и как настроить приватность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805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Шаблон: замените текст и цвета на свои · demin-obzr.ru</a:t>
            </a:r>
            <a:endParaRPr lang="en-US" sz="1200" dirty="0"/>
          </a:p>
        </p:txBody>
      </p:sp>
      <p:sp>
        <p:nvSpPr>
          <p:cNvPr id="6" name="title-icon-bg"/>
          <p:cNvSpPr/>
          <p:nvPr/>
        </p:nvSpPr>
        <p:spPr>
          <a:xfrm>
            <a:off x="6309360" y="1325880"/>
            <a:ext cx="2286000" cy="228600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pic>
        <p:nvPicPr>
          <p:cNvPr id="7" name="title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92024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можно публиковать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ОБЗР · Защита персональных данных · demin-obzr.ru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card"/>
          <p:cNvSpPr/>
          <p:nvPr/>
        </p:nvSpPr>
        <p:spPr>
          <a:xfrm>
            <a:off x="457200" y="123444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3F6FA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6" name="zone-1-bg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pic>
        <p:nvPicPr>
          <p:cNvPr id="7" name="zone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726" y="1514246"/>
            <a:ext cx="263347" cy="26334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25880" y="13716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Никогда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10312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домашний адрес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документы и фото документов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пароли и коды из СМС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банковской карты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семья уезжает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3246120" y="123444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3F6FA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11" name="zone-2-bg"/>
          <p:cNvSpPr/>
          <p:nvPr/>
        </p:nvSpPr>
        <p:spPr>
          <a:xfrm>
            <a:off x="3429000" y="1371600"/>
            <a:ext cx="548640" cy="548640"/>
          </a:xfrm>
          <a:prstGeom prst="ellipse">
            <a:avLst/>
          </a:prstGeom>
          <a:solidFill>
            <a:srgbClr val="E8890C"/>
          </a:solidFill>
          <a:ln w="12700">
            <a:solidFill>
              <a:srgbClr val="E8890C"/>
            </a:solidFill>
            <a:prstDash val="solid"/>
          </a:ln>
        </p:spPr>
      </p:sp>
      <p:pic>
        <p:nvPicPr>
          <p:cNvPr id="12" name="zone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646" y="151424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114800" y="13716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8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Подумай дважды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3429000" y="210312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 в школьной форме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имя и дата рождения вместе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номер телефона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регулярные места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 других людей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6035040" y="123444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3F6FA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16" name="zone-3-bg"/>
          <p:cNvSpPr/>
          <p:nvPr/>
        </p:nvSpPr>
        <p:spPr>
          <a:xfrm>
            <a:off x="6217920" y="1371600"/>
            <a:ext cx="548640" cy="548640"/>
          </a:xfrm>
          <a:prstGeom prst="ellipse">
            <a:avLst/>
          </a:prstGeom>
          <a:solidFill>
            <a:srgbClr val="2E9E4F"/>
          </a:solidFill>
          <a:ln w="12700">
            <a:solidFill>
              <a:srgbClr val="2E9E4F"/>
            </a:solidFill>
            <a:prstDash val="solid"/>
          </a:ln>
        </p:spPr>
      </p:sp>
      <p:pic>
        <p:nvPicPr>
          <p:cNvPr id="17" name="zone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0566" y="1514246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903720" y="13716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9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6217920" y="210312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творческие работы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 природы без геометок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мнение без оскорблений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достижения без подробностей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Настройки приватности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ОБЗР · Защита персональных данных · demin-obzr.ru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box-1"/>
          <p:cNvSpPr/>
          <p:nvPr/>
        </p:nvSpPr>
        <p:spPr>
          <a:xfrm>
            <a:off x="640080" y="1243584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D7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18872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Закрытый профиль в соцсетях</a:t>
            </a:r>
            <a:endParaRPr lang="en-US" sz="1700" dirty="0"/>
          </a:p>
        </p:txBody>
      </p:sp>
      <p:sp>
        <p:nvSpPr>
          <p:cNvPr id="7" name="box-2"/>
          <p:cNvSpPr/>
          <p:nvPr/>
        </p:nvSpPr>
        <p:spPr>
          <a:xfrm>
            <a:off x="640080" y="1719072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D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166420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видит номер, фото, список друзей</a:t>
            </a:r>
            <a:endParaRPr lang="en-US" sz="1700" dirty="0"/>
          </a:p>
        </p:txBody>
      </p:sp>
      <p:sp>
        <p:nvSpPr>
          <p:cNvPr id="9" name="box-3"/>
          <p:cNvSpPr/>
          <p:nvPr/>
        </p:nvSpPr>
        <p:spPr>
          <a:xfrm>
            <a:off x="640080" y="2194560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D7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213969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может писать и приглашать в чаты</a:t>
            </a:r>
            <a:endParaRPr lang="en-US" sz="1700" dirty="0"/>
          </a:p>
        </p:txBody>
      </p:sp>
      <p:sp>
        <p:nvSpPr>
          <p:cNvPr id="11" name="box-4"/>
          <p:cNvSpPr/>
          <p:nvPr/>
        </p:nvSpPr>
        <p:spPr>
          <a:xfrm>
            <a:off x="640080" y="2670048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D7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" y="261518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Геолокация только для карт и такси</a:t>
            </a:r>
            <a:endParaRPr lang="en-US" sz="1700" dirty="0"/>
          </a:p>
        </p:txBody>
      </p:sp>
      <p:sp>
        <p:nvSpPr>
          <p:cNvPr id="13" name="box-5"/>
          <p:cNvSpPr/>
          <p:nvPr/>
        </p:nvSpPr>
        <p:spPr>
          <a:xfrm>
            <a:off x="640080" y="3145536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D7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97280" y="309067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Двухфакторная защита и уникальный пароль</a:t>
            </a:r>
            <a:endParaRPr lang="en-US" sz="1700" dirty="0"/>
          </a:p>
        </p:txBody>
      </p:sp>
      <p:sp>
        <p:nvSpPr>
          <p:cNvPr id="15" name="box-6"/>
          <p:cNvSpPr/>
          <p:nvPr/>
        </p:nvSpPr>
        <p:spPr>
          <a:xfrm>
            <a:off x="640080" y="3621024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D7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97280" y="356616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Удалены незнакомые друзья и подписчики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распознать фишинг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ОБЗР · Защита персональных данных · demin-obzr.ru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card"/>
          <p:cNvSpPr/>
          <p:nvPr/>
        </p:nvSpPr>
        <p:spPr>
          <a:xfrm>
            <a:off x="457200" y="128016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F3F6FA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6" name="num-bg"/>
          <p:cNvSpPr/>
          <p:nvPr/>
        </p:nvSpPr>
        <p:spPr>
          <a:xfrm>
            <a:off x="594360" y="1600200"/>
            <a:ext cx="548640" cy="54864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4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3716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Срочно, выиграл, аккаунт заблокируют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4663440" y="128016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F3F6FA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10" name="num-bg"/>
          <p:cNvSpPr/>
          <p:nvPr/>
        </p:nvSpPr>
        <p:spPr>
          <a:xfrm>
            <a:off x="4800600" y="1600200"/>
            <a:ext cx="548640" cy="548640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40" dirty="0"/>
          </a:p>
        </p:txBody>
      </p:sp>
      <p:sp>
        <p:nvSpPr>
          <p:cNvPr id="12" name="Text 10"/>
          <p:cNvSpPr txBox="1"/>
          <p:nvPr/>
        </p:nvSpPr>
        <p:spPr>
          <a:xfrm>
            <a:off x="5532120" y="13716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Просят код из СМС, пароль или данные карты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457200" y="265176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F3F6FA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14" name="num-bg"/>
          <p:cNvSpPr/>
          <p:nvPr/>
        </p:nvSpPr>
        <p:spPr>
          <a:xfrm>
            <a:off x="594360" y="2971800"/>
            <a:ext cx="548640" cy="54864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4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27432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Странная ссылка или адрес с ошибкой</a:t>
            </a:r>
            <a:endParaRPr lang="en-US" sz="1600" dirty="0"/>
          </a:p>
        </p:txBody>
      </p:sp>
      <p:sp>
        <p:nvSpPr>
          <p:cNvPr id="17" name="card"/>
          <p:cNvSpPr/>
          <p:nvPr/>
        </p:nvSpPr>
        <p:spPr>
          <a:xfrm>
            <a:off x="4663440" y="265176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F3F6FA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18" name="num-bg"/>
          <p:cNvSpPr/>
          <p:nvPr/>
        </p:nvSpPr>
        <p:spPr>
          <a:xfrm>
            <a:off x="4800600" y="2971800"/>
            <a:ext cx="548640" cy="548640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0060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40" dirty="0"/>
          </a:p>
        </p:txBody>
      </p:sp>
      <p:sp>
        <p:nvSpPr>
          <p:cNvPr id="20" name="Text 18"/>
          <p:cNvSpPr txBox="1"/>
          <p:nvPr/>
        </p:nvSpPr>
        <p:spPr>
          <a:xfrm>
            <a:off x="5532120" y="27432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Просят фото документов «для проверки»</a:t>
            </a:r>
            <a:endParaRPr lang="en-US" sz="1600" dirty="0"/>
          </a:p>
        </p:txBody>
      </p:sp>
      <p:sp>
        <p:nvSpPr>
          <p:cNvPr id="21" name="band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Сомневаешься — не переходи по ссылке и спроси взрослого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Мой план защиты данных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ОБЗР · Защита персональных данных · demin-obzr.ru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я поменяю в настройках сегодня</a:t>
            </a:r>
            <a:endParaRPr lang="en-US" sz="1600" dirty="0"/>
          </a:p>
        </p:txBody>
      </p:sp>
      <p:sp>
        <p:nvSpPr>
          <p:cNvPr id="6" name="line-1"/>
          <p:cNvSpPr/>
          <p:nvPr/>
        </p:nvSpPr>
        <p:spPr>
          <a:xfrm>
            <a:off x="4480560" y="1783080"/>
            <a:ext cx="4206240" cy="0"/>
          </a:xfrm>
          <a:prstGeom prst="line">
            <a:avLst/>
          </a:prstGeom>
          <a:noFill/>
          <a:ln w="15875">
            <a:solidFill>
              <a:srgbClr val="003D7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659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Какой пароль заменю на уникальный</a:t>
            </a:r>
            <a:endParaRPr lang="en-US" sz="1600" dirty="0"/>
          </a:p>
        </p:txBody>
      </p:sp>
      <p:sp>
        <p:nvSpPr>
          <p:cNvPr id="8" name="line-2"/>
          <p:cNvSpPr/>
          <p:nvPr/>
        </p:nvSpPr>
        <p:spPr>
          <a:xfrm>
            <a:off x="4480560" y="2468880"/>
            <a:ext cx="4206240" cy="0"/>
          </a:xfrm>
          <a:prstGeom prst="line">
            <a:avLst/>
          </a:prstGeom>
          <a:noFill/>
          <a:ln w="15875">
            <a:solidFill>
              <a:srgbClr val="003D7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6517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Кому расскажу, если что-то пошло не так</a:t>
            </a:r>
            <a:endParaRPr lang="en-US" sz="1600" dirty="0"/>
          </a:p>
        </p:txBody>
      </p:sp>
      <p:sp>
        <p:nvSpPr>
          <p:cNvPr id="10" name="line-3"/>
          <p:cNvSpPr/>
          <p:nvPr/>
        </p:nvSpPr>
        <p:spPr>
          <a:xfrm>
            <a:off x="4480560" y="3154680"/>
            <a:ext cx="4206240" cy="0"/>
          </a:xfrm>
          <a:prstGeom prst="line">
            <a:avLst/>
          </a:prstGeom>
          <a:noFill/>
          <a:ln w="15875">
            <a:solidFill>
              <a:srgbClr val="003D7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3375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Телефоны: 112 · 8-800-2000-122</a:t>
            </a:r>
            <a:endParaRPr lang="en-US" sz="1600" dirty="0"/>
          </a:p>
        </p:txBody>
      </p:sp>
      <p:sp>
        <p:nvSpPr>
          <p:cNvPr id="12" name="line-4"/>
          <p:cNvSpPr/>
          <p:nvPr/>
        </p:nvSpPr>
        <p:spPr>
          <a:xfrm>
            <a:off x="4480560" y="3840480"/>
            <a:ext cx="4206240" cy="0"/>
          </a:xfrm>
          <a:prstGeom prst="line">
            <a:avLst/>
          </a:prstGeom>
          <a:noFill/>
          <a:ln w="15875">
            <a:solidFill>
              <a:srgbClr val="003D7A"/>
            </a:solidFill>
            <a:prstDash val="solid"/>
          </a:ln>
        </p:spPr>
      </p:sp>
      <p:sp>
        <p:nvSpPr>
          <p:cNvPr id="13" name="band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Заполните и сохраните в закладках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Шаблон: защита персональных данных в интернете</dc:title>
  <dc:subject>PptxGenJS Presentation</dc:subject>
  <dc:creator>Дёмин А.Ю.</dc:creator>
  <cp:lastModifiedBy>Дёмин А.Ю.</cp:lastModifiedBy>
  <cp:revision>1</cp:revision>
  <dcterms:created xsi:type="dcterms:W3CDTF">2026-10-30T15:36:32Z</dcterms:created>
  <dcterms:modified xsi:type="dcterms:W3CDTF">2026-10-30T15:36:32Z</dcterms:modified>
</cp:coreProperties>
</file>